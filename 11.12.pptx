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2" r:id="rId17"/>
    <p:sldId id="270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2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sz="5400"/>
              <a:t>LLM DFT: Current Results and Next Step</a:t>
            </a:r>
            <a:endParaRPr lang="en-US" altLang="zh-CN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600"/>
              <a:t>Yicheng Li</a:t>
            </a:r>
            <a:endParaRPr lang="en-US" altLang="zh-CN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71410" cy="835660"/>
          </a:xfrm>
        </p:spPr>
        <p:txBody>
          <a:bodyPr>
            <a:noAutofit/>
          </a:bodyPr>
          <a:p>
            <a:r>
              <a:rPr lang="en-US" altLang="zh-CN" sz="3600"/>
              <a:t>Background: Hidden Layers in LLMs</a:t>
            </a:r>
            <a:endParaRPr lang="en-US" altLang="zh-CN" sz="36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200785"/>
            <a:ext cx="8288655" cy="41490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4220" y="5481955"/>
            <a:ext cx="916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words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975485" y="5481955"/>
            <a:ext cx="94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vectors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234690" y="5481955"/>
            <a:ext cx="318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vectors mutliplied by matrices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522845" cy="835660"/>
          </a:xfrm>
        </p:spPr>
        <p:txBody>
          <a:bodyPr>
            <a:normAutofit fontScale="90000"/>
          </a:bodyPr>
          <a:p>
            <a:r>
              <a:rPr lang="en-US" altLang="zh-CN" sz="4000"/>
              <a:t>Background: Fourier Transform and Discrete Fourier Transform (DFT)</a:t>
            </a:r>
            <a:endParaRPr lang="en-US" altLang="zh-CN" sz="4000"/>
          </a:p>
        </p:txBody>
      </p:sp>
      <p:sp>
        <p:nvSpPr>
          <p:cNvPr id="6" name="文本框 5"/>
          <p:cNvSpPr txBox="1"/>
          <p:nvPr/>
        </p:nvSpPr>
        <p:spPr>
          <a:xfrm>
            <a:off x="838200" y="1671955"/>
            <a:ext cx="1045908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Fourier transform: convert a wave into its spectrum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What will happen when performing a FT on a pure sin wave? 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575" y="3907790"/>
            <a:ext cx="11146790" cy="1953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522845" cy="835660"/>
          </a:xfrm>
        </p:spPr>
        <p:txBody>
          <a:bodyPr>
            <a:normAutofit fontScale="90000"/>
          </a:bodyPr>
          <a:p>
            <a:r>
              <a:rPr lang="en-US" altLang="zh-CN" sz="4000"/>
              <a:t>Background: Fourier Transform and Discrete Fourier Transform (DFT)</a:t>
            </a:r>
            <a:endParaRPr lang="en-US" altLang="zh-CN" sz="4000"/>
          </a:p>
        </p:txBody>
      </p:sp>
      <p:sp>
        <p:nvSpPr>
          <p:cNvPr id="6" name="文本框 5"/>
          <p:cNvSpPr txBox="1"/>
          <p:nvPr/>
        </p:nvSpPr>
        <p:spPr>
          <a:xfrm>
            <a:off x="838200" y="1671955"/>
            <a:ext cx="1045908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Also, FT can be applied on a descrete sequence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A little bit more complex example </a:t>
            </a:r>
            <a:endParaRPr lang="en-US" altLang="zh-CN" sz="28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313180" y="3526790"/>
            <a:ext cx="8028940" cy="2659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DFT on Activations </a:t>
            </a:r>
            <a:endParaRPr lang="en-US" altLang="zh-CN" sz="4000"/>
          </a:p>
        </p:txBody>
      </p:sp>
      <p:sp>
        <p:nvSpPr>
          <p:cNvPr id="6" name="文本框 5"/>
          <p:cNvSpPr txBox="1"/>
          <p:nvPr/>
        </p:nvSpPr>
        <p:spPr>
          <a:xfrm>
            <a:off x="838200" y="1671955"/>
            <a:ext cx="6321425" cy="4660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Text: [Word1]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Embedded Vector: [x1, x2, x3, ...]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Activation Vector in ONE Dimension: [y1]</a:t>
            </a:r>
            <a:endParaRPr lang="en-US" altLang="zh-CN" sz="2800"/>
          </a:p>
        </p:txBody>
      </p:sp>
      <p:sp>
        <p:nvSpPr>
          <p:cNvPr id="5" name="下箭头 4"/>
          <p:cNvSpPr/>
          <p:nvPr/>
        </p:nvSpPr>
        <p:spPr>
          <a:xfrm>
            <a:off x="1243330" y="2181860"/>
            <a:ext cx="360680" cy="69977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1243330" y="3479800"/>
            <a:ext cx="360680" cy="14935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76095" y="2301875"/>
            <a:ext cx="3153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i="1"/>
              <a:t>Embedding Model</a:t>
            </a:r>
            <a:endParaRPr lang="en-US" altLang="zh-CN" sz="2400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776095" y="3678555"/>
                <a:ext cx="5382895" cy="11861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2400" i="1"/>
                  <a:t>Hidden Layer: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i="1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95" y="3678555"/>
                <a:ext cx="5382895" cy="11861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7158990" y="1534160"/>
            <a:ext cx="4561205" cy="4121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So for a passage: [Word1, Word2, Word3, ...]</a:t>
            </a:r>
            <a:endParaRPr lang="en-US" altLang="zh-CN" sz="2800"/>
          </a:p>
          <a:p>
            <a:r>
              <a:rPr lang="en-US" altLang="zh-CN" sz="2800"/>
              <a:t>We can get an activation vector [y1, y2, y3, ...]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Perform DFT on this vector!</a:t>
            </a:r>
            <a:endParaRPr lang="en-US" altLang="zh-CN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DFT on Activations 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7807960" cy="400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What is the Meaning of Spetrums of</a:t>
            </a:r>
            <a:r>
              <a:rPr lang="en-US" altLang="zh-CN" sz="2800">
                <a:sym typeface="+mn-ea"/>
              </a:rPr>
              <a:t> Activations</a:t>
            </a:r>
            <a:r>
              <a:rPr lang="en-US" altLang="zh-CN" sz="2800"/>
              <a:t>?</a:t>
            </a:r>
            <a:endParaRPr lang="en-US" altLang="zh-CN" sz="2800"/>
          </a:p>
          <a:p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Low frequency -&gt; global information;</a:t>
            </a:r>
            <a:endParaRPr lang="en-US" altLang="zh-CN" sz="2800"/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 sz="2800"/>
              <a:t>high frequency -&gt; local details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Spectrums vary in different formats and topics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Edit the specrums, revert them into text and then observe what happens</a:t>
            </a:r>
            <a:endParaRPr lang="en-US" altLang="zh-CN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DFT on Activations 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1162665" cy="295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What kind of text can be a good example? It should be: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Highly fomatted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Significantly periodic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With different topics and semantic features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So I chose </a:t>
            </a:r>
            <a:r>
              <a:rPr lang="zh-CN" altLang="en-US" sz="2800"/>
              <a:t>五言诗</a:t>
            </a:r>
            <a:r>
              <a:rPr lang="en-US" altLang="zh-CN" sz="2800"/>
              <a:t> and </a:t>
            </a:r>
            <a:r>
              <a:rPr lang="zh-CN" altLang="en-US" sz="2800"/>
              <a:t>七言诗</a:t>
            </a:r>
            <a:r>
              <a:rPr lang="en-US" altLang="zh-CN" sz="2800"/>
              <a:t> as the toy model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DFT on Activations 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4192905" cy="424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One item in dataset: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Conbine 200 items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120" y="1534160"/>
            <a:ext cx="7037070" cy="3046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DFT on Activations </a:t>
            </a:r>
            <a:endParaRPr lang="en-US" altLang="zh-CN" sz="40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120130" y="1264920"/>
            <a:ext cx="5774055" cy="3655060"/>
          </a:xfrm>
          <a:prstGeom prst="rect">
            <a:avLst/>
          </a:prstGeom>
        </p:spPr>
      </p:pic>
      <p:pic>
        <p:nvPicPr>
          <p:cNvPr id="7" name="图片 6" descr="cn_peoms_layer3_five_char_poe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4285"/>
            <a:ext cx="5703570" cy="3655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Baseline Test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4619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- Does DFT really interpret semantic features? The periodic format of </a:t>
            </a:r>
            <a:r>
              <a:rPr lang="zh-CN" altLang="en-US" sz="2800"/>
              <a:t>七言诗</a:t>
            </a:r>
            <a:r>
              <a:rPr lang="en-US" altLang="zh-CN" sz="2800"/>
              <a:t> can also generate regular spectrum!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So we replace all characters with random ones: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423" t="456" r="226" b="767"/>
          <a:stretch>
            <a:fillRect/>
          </a:stretch>
        </p:blipFill>
        <p:spPr>
          <a:xfrm>
            <a:off x="838200" y="3357245"/>
            <a:ext cx="9869170" cy="3027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Baseline Test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Replace all characters with random ones: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5" name="图片 4" descr="cn_poems_baseline_layer24_seven_char_poe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112645"/>
            <a:ext cx="7564120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Test on other Corpus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Tiny stories: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48510"/>
            <a:ext cx="7870825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Test on other Corpus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Tiny stories: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882015" y="2112645"/>
            <a:ext cx="8961755" cy="456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Test on other Corpus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News: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64385"/>
            <a:ext cx="9056370" cy="44538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Test on other Corpus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News: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4" name="图片 3" descr="news_test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215515"/>
            <a:ext cx="8082915" cy="4397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Test on other Corpus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IMDB movie comments: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200275"/>
            <a:ext cx="9187815" cy="4051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What am I Doing: Test on other Corpus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838200" y="1534160"/>
            <a:ext cx="10282555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/>
              <a:t>IMDB movie comments:</a:t>
            </a: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5" name="图片 4" descr="imdb_test_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112645"/>
            <a:ext cx="8323580" cy="4425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8450" cy="835660"/>
          </a:xfrm>
        </p:spPr>
        <p:txBody>
          <a:bodyPr>
            <a:normAutofit/>
          </a:bodyPr>
          <a:p>
            <a:r>
              <a:rPr lang="en-US" altLang="zh-CN" sz="4000"/>
              <a:t>Next Step: Revert Spectrums into Text</a:t>
            </a:r>
            <a:endParaRPr lang="en-US" altLang="zh-CN" sz="40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200785"/>
            <a:ext cx="7906385" cy="335534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404745" y="5135880"/>
            <a:ext cx="1551940" cy="548005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Spectrum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15205" y="5135880"/>
            <a:ext cx="2503805" cy="548005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Editted Spectrum</a:t>
            </a:r>
            <a:endParaRPr lang="en-US" altLang="zh-CN" sz="240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endCxn id="6" idx="0"/>
          </p:cNvCxnSpPr>
          <p:nvPr/>
        </p:nvCxnSpPr>
        <p:spPr>
          <a:xfrm flipH="1">
            <a:off x="3180715" y="4585970"/>
            <a:ext cx="527685" cy="54991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5418455" y="4629785"/>
            <a:ext cx="656590" cy="46863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3"/>
            <a:endCxn id="10" idx="1"/>
          </p:cNvCxnSpPr>
          <p:nvPr/>
        </p:nvCxnSpPr>
        <p:spPr>
          <a:xfrm>
            <a:off x="3956685" y="5410200"/>
            <a:ext cx="85852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6464935" y="3429000"/>
            <a:ext cx="85852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7395845" y="3154680"/>
            <a:ext cx="1977390" cy="548005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Editted Text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1975</Words>
  <Application>WPS 演示</Application>
  <PresentationFormat>宽屏</PresentationFormat>
  <Paragraphs>162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WPS</vt:lpstr>
      <vt:lpstr>LLM DFT: Current Results and Next Step</vt:lpstr>
      <vt:lpstr>Background: Hidden Layers in LLMs</vt:lpstr>
      <vt:lpstr>Background: Fourier Transform and Discrete Fourier Transform (DFT)</vt:lpstr>
      <vt:lpstr>Background: Fourier Transform and Discrete Fourier Transform (DFT)</vt:lpstr>
      <vt:lpstr>What am I Doing: DFT on Activations </vt:lpstr>
      <vt:lpstr>What am I Doing: DFT on Activations </vt:lpstr>
      <vt:lpstr>What am I Doing: DFT on Activations </vt:lpstr>
      <vt:lpstr>What am I Doing: DFT on Activations </vt:lpstr>
      <vt:lpstr>What am I Doing: DFT on Activations </vt:lpstr>
      <vt:lpstr>What am I Doing: Baseline Test</vt:lpstr>
      <vt:lpstr>What am I Doing: Baseline Test</vt:lpstr>
      <vt:lpstr>What am I Doing: Test on other Corpus</vt:lpstr>
      <vt:lpstr>What am I Doing: Test on other Corpus</vt:lpstr>
      <vt:lpstr>What am I Doing: Test on other Corpus</vt:lpstr>
      <vt:lpstr>What am I Doing: Test on other Corpus</vt:lpstr>
      <vt:lpstr>What am I Doing: Test on other Corpus</vt:lpstr>
      <vt:lpstr>What am I Doing: Test on other Corpus</vt:lpstr>
      <vt:lpstr>Next Step: Revert Spectrums into Text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李弈成</dc:creator>
  <cp:lastModifiedBy>薛定谔的量子猫neko</cp:lastModifiedBy>
  <cp:revision>8</cp:revision>
  <dcterms:created xsi:type="dcterms:W3CDTF">2023-08-09T12:44:00Z</dcterms:created>
  <dcterms:modified xsi:type="dcterms:W3CDTF">2025-11-12T04:55:34Z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CBDC7409CD9C487E97C72F334A51F779_12</vt:lpwstr>
  </property>
</Properties>
</file>